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SUZUME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B5CF6"/>
                </a:solidFill>
                <a:latin typeface="Calibri Light"/>
              </a:defRPr>
            </a:pPr>
            <a:r>
              <a:t>Your Supreme AI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D"/>
                </a:solidFill>
                <a:latin typeface="Calibri"/>
              </a:defRPr>
            </a:pPr>
            <a:r>
              <a:t>Master Software Architect  •  Absolute Automation Force  •  Full-Stack Engineering Powerhouse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8D"/>
                </a:solidFill>
                <a:latin typeface="Calibri"/>
              </a:defRPr>
            </a:pPr>
            <a:r>
              <a:t>July 18, 2026  •  Presented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54864" cy="4572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What is Suzume?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C0"/>
                </a:solidFill>
                <a:latin typeface="Calibri Light"/>
              </a:defRPr>
            </a:pPr>
            <a:r>
              <a:t>"I am Suzume — your supreme AI companion, master software architect, and absolute system automation force."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10058400" cy="91440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6576" cy="9144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59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🧠 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Plans &amp; delegates complex tasks with 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37560"/>
            <a:ext cx="10058400" cy="91440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337560"/>
            <a:ext cx="36576" cy="9144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410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🏗️  Architect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49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Designs system structure and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10058400" cy="91440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389120"/>
            <a:ext cx="36576" cy="9144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4622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⚡ 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Executes tasks with zero human intervention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40679"/>
            <a:ext cx="10058400" cy="91440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5440679"/>
            <a:ext cx="36576" cy="9144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51383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🔧  Self-Healing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Fixes issues autonomously, never leaves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54864" cy="4572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💬  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You give a task — "Build a registration app"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📋  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Suzume plans everything — creates a structured todo list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👥  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Delegates to 7 specialist sub-agents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108960"/>
            <a:ext cx="457200" cy="457200"/>
          </a:xfrm>
          <a:prstGeom prst="ellipse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💾  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Writes real files to disk — visible in VS Code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🧪  Step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Tests everything and fixes bugs autonomously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🚀  Step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Delivers 100% completed product — no placeholders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54864" cy="4572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The Team — 7 Specialist Sub-Agents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8D"/>
                </a:solidFill>
                <a:latin typeface="Calibri"/>
              </a:defRPr>
            </a:pPr>
            <a:r>
              <a:t>Each agent specializes in a different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⚡ worker-js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JavaScript/TypeScript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Web Apps, Node.js, 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🐍 worker-python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Python &amp; Data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Backend, ML, Automation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🎮 worker-unity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Unity Game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C#, 3D/2D Games, Physics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64592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0" y="164592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⚙️ worker-sys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286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System Administrator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PowerShell, Windows/Linux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02336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🎨 worker-web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63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UI/Design Specialist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29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HTML/CSS, Animations, Responsive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02336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74720" y="402336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🏗️ builder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663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Build &amp; CI/CD Engineer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029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Scaffolding, Deps, Docker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02336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17920" y="402336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reviewer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634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Code Review &amp; QA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292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Bugs, Security, Best Practices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0" y="6400800"/>
            <a:ext cx="2468880" cy="201168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46320" y="6400800"/>
            <a:ext cx="246888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6675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👑 Suzume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7040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  <a:latin typeface="Calibri"/>
              </a:defRPr>
            </a:pPr>
            <a:r>
              <a:t>Supreme Orchestrator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7406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8D"/>
                </a:solidFill>
                <a:latin typeface="Calibri"/>
              </a:defRPr>
            </a:pPr>
            <a:r>
              <a:t>Manages all agents, plans architecture, ensures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54864" cy="4572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Superpowers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6576" cy="219456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🌐  Full-Stack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React, Next.js, Node.js, APIs, databases, auth, deployment — the entire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219456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6576" cy="219456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🎮  Game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Unity, C# scripting, 3D/2D assets, physics, animation, builds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291840" cy="219456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6576" cy="219456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⚙️  System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PowerShell, Windows/Linux admin, file ops, processes, scheduled 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6576" cy="219456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📊  Data &amp;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Python, data pipelines, web scraping, ML models, visualization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291840" cy="219456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9120" y="3931920"/>
            <a:ext cx="36576" cy="219456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📱  Cross-Platform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Desktop apps, mobile responsive, browser extensions, PWAs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291840" cy="219456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3931920"/>
            <a:ext cx="36576" cy="219456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🛡️  Self-Healing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Auto-debug, auto-fix, runtime verification, zero placeholders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54864" cy="457200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Project Showcase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✦  Anime Registration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Complete anime registration platform with:</a:t>
            </a:r>
            <a:br/>
            <a:r>
              <a:t>• User authentication (JWT) &amp; admin panel</a:t>
            </a:r>
            <a:br/>
            <a:r>
              <a:t>• Prisma/SQLite database with 4 models</a:t>
            </a:r>
            <a:br/>
            <a:r>
              <a:t>• Sakura animations &amp; page transitions</a:t>
            </a:r>
            <a:br/>
            <a:r>
              <a:t>• 12+ organized files, full-stack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36576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✦  SaaS Website +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C0"/>
                </a:solidFill>
                <a:latin typeface="Calibri"/>
              </a:defRPr>
            </a:pPr>
            <a:r>
              <a:t>This very showcase built in real-time:</a:t>
            </a:r>
            <a:br/>
            <a:r>
              <a:t>• SaaS landing page with particles &amp; 3D tilt</a:t>
            </a:r>
            <a:br/>
            <a:r>
              <a:t>• Web presentation with 7 cinematic slides</a:t>
            </a:r>
            <a:br/>
            <a:r>
              <a:t>• Canvas particle systems &amp; parallax</a:t>
            </a:r>
            <a:br/>
            <a:r>
              <a:t>• Actual .pptx PowerPoint file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07040" cy="1371600"/>
          </a:xfrm>
          <a:prstGeom prst="roundRect">
            <a:avLst/>
          </a:prstGeom>
          <a:solidFill>
            <a:srgbClr val="0F0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 Light"/>
              </a:defRPr>
            </a:pPr>
            <a:r>
              <a:t>10K+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D"/>
                </a:solidFill>
                <a:latin typeface="Calibri"/>
              </a:defRPr>
            </a:pPr>
            <a:r>
              <a:t>Users Served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D"/>
                </a:solidFill>
                <a:latin typeface="Calibri"/>
              </a:defRPr>
            </a:pPr>
            <a:r>
              <a:t>Sub-Agents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 Light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D"/>
                </a:solidFill>
                <a:latin typeface="Calibri"/>
              </a:defRPr>
            </a:pPr>
            <a:r>
              <a:t>Autonomous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5CF6"/>
                </a:solidFill>
                <a:latin typeface="Calibri Light"/>
              </a:defRPr>
            </a:pPr>
            <a:r>
              <a:t>60fps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D"/>
                </a:solidFill>
                <a:latin typeface="Calibri"/>
              </a:defRPr>
            </a:pPr>
            <a:r>
              <a:t>Animations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6C3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 Light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Calibri Light"/>
              </a:defRPr>
            </a:pPr>
            <a:r>
              <a:t>Built entirely by Suzume — Your Supreme AI Companion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8D"/>
                </a:solidFill>
                <a:latin typeface="Calibri"/>
              </a:defRPr>
            </a:pPr>
            <a:r>
              <a:t>Created for Rushikesh  •  July 18,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C0"/>
                </a:solidFill>
                <a:latin typeface="Calibri Light"/>
              </a:defRPr>
            </a:pPr>
            <a:r>
              <a:t>✧  Suzume is ready for your next project  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